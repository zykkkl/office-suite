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314575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100000">
                <a:srgbClr val="F97316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1260000"/>
            <a:ext cx="6480000" cy="90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icrosoft YaHei UI"/>
              </a:rPr>
              <a:t>每天一个苹果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2088000"/>
            <a:ext cx="6480000" cy="7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YaHei UI"/>
              </a:rPr>
              <a:t>医生远离我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2952000"/>
            <a:ext cx="6480000" cy="43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Microsoft YaHei UI"/>
              </a:rPr>
              <a:t>科学解读苹果的营养价值与健康益处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3528000"/>
            <a:ext cx="1440000" cy="5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3780000"/>
            <a:ext cx="64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Microsoft YaHei UI"/>
              </a:rPr>
              <a:t>2026 年健康饮食指南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icrosoft YaHei UI"/>
              </a:rPr>
              <a:t>一颗苹果的数据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900000" cy="4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152000"/>
            <a:ext cx="2088000" cy="136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224000"/>
            <a:ext cx="2088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800" b="1" i="0">
                <a:solidFill>
                  <a:srgbClr val="DC2626"/>
                </a:solidFill>
                <a:latin typeface="Microsoft YaHei UI"/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800000"/>
            <a:ext cx="2088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YaHei UI"/>
              </a:rPr>
              <a:t>千卡 / 每颗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8000" y="1152000"/>
            <a:ext cx="2088000" cy="136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8000" y="1224000"/>
            <a:ext cx="2088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800" b="1" i="0">
                <a:solidFill>
                  <a:srgbClr val="DC2626"/>
                </a:solidFill>
                <a:latin typeface="Microsoft YaHei UI"/>
              </a:rPr>
              <a:t>4.4g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8000" y="1800000"/>
            <a:ext cx="2088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YaHei UI"/>
              </a:rPr>
              <a:t>膳食纤维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6000" y="1152000"/>
            <a:ext cx="2088000" cy="136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6000" y="1224000"/>
            <a:ext cx="2088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800" b="1" i="0">
                <a:solidFill>
                  <a:srgbClr val="DC2626"/>
                </a:solidFill>
                <a:latin typeface="Microsoft YaHei UI"/>
              </a:rPr>
              <a:t>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6000" y="1800000"/>
            <a:ext cx="2088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YaHei UI"/>
              </a:rPr>
              <a:t>每日维生素C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2736000"/>
            <a:ext cx="72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主要营养成分（每 182g 中等苹果）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00000" y="3096000"/>
          <a:ext cx="720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碳水化合物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25g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9%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能量供给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膳食纤维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4.4g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16%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促进消化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维生素 C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8.4mg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14%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免疫抗氧化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钾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195mg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6%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调节血压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00000" y="4896000"/>
            <a:ext cx="7200000" cy="18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Microsoft YaHei UI"/>
              </a:rPr>
              <a:t>数据来源：USDA FoodData Central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icrosoft YaHei UI"/>
              </a:rPr>
              <a:t>苹果的六大健康益处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900000" cy="4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152000"/>
            <a:ext cx="3240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260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Microsoft YaHei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000" y="1260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保护心脏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620000"/>
            <a:ext cx="2880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苹果富含可溶性纤维和多酚类物质，有助于降低血液中的胆固醇水平。每天一个苹果可降低 12% 心血管疾病风险。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0" y="1152000"/>
            <a:ext cx="3240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0" y="1260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Microsoft YaHei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000" y="1260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促进消化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1620000"/>
            <a:ext cx="2880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苹果中的果胶是益生元，促进肠道有益菌群生长。丰富的膳食纤维帮助维持肠道规律运转。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3168000"/>
            <a:ext cx="3240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3276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Microsoft YaHei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4000" y="3276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辅助控重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3636000"/>
            <a:ext cx="2880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热量低（约 95 千卡）、饱腹感强。研究显示餐前吃苹果可减少正餐摄入量约 15%。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0000" y="3168000"/>
            <a:ext cx="3240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0" y="3276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Microsoft YaHei U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000" y="3276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增强免疫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3636000"/>
            <a:ext cx="2880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维生素 C 和槲皮素等黄酮类化合物具有抗炎抗过敏特性，增强免疫系统功能。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icrosoft YaHei UI"/>
              </a:rPr>
              <a:t>更多健康益处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900000" cy="4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152000"/>
            <a:ext cx="3240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260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Microsoft YaHei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000" y="1260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稳定血糖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620000"/>
            <a:ext cx="2880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低升糖指数（GI=36）和丰富纤维使糖分缓慢释放。每周吃 5 个以上苹果，2 型糖尿病风险降低 23%。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0" y="1152000"/>
            <a:ext cx="3240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0" y="1260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Microsoft YaHei U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000" y="1260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延缓衰老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1620000"/>
            <a:ext cx="2880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苹果皮含丰富的多酚和槲皮素，是天然抗氧化剂，能中和自由基，减缓细胞老化。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3240000"/>
            <a:ext cx="7200000" cy="172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0000" y="3348000"/>
            <a:ext cx="288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Microsoft YaHei UI"/>
              </a:rPr>
              <a:t>关键研究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0000" y="3672000"/>
            <a:ext cx="648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icrosoft YaHei UI"/>
              </a:rPr>
              <a:t>BMJ 2016：每天一个苹果可预防约 8,500 例心血管死亡/年（英国数据）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3960000"/>
            <a:ext cx="648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icrosoft YaHei UI"/>
              </a:rPr>
              <a:t>Food Chemistry 2019：苹果多酚的抗氧化能力是维生素 C 的 2-6 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4248000"/>
            <a:ext cx="648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Microsoft YaHei UI"/>
              </a:rPr>
              <a:t>PLOS Medicine 2016：每日苹果摄入与全因死亡率降低 35% 相关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icrosoft YaHei UI"/>
              </a:rPr>
              <a:t>科学食用建议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900000" cy="4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152000"/>
            <a:ext cx="2160000" cy="18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260000"/>
            <a:ext cx="216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Microsoft YaHei UI"/>
              </a:rPr>
              <a:t>最佳时间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0000"/>
            <a:ext cx="1944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上午 10 点或下午 3 点作为加餐，避免空腹或睡前食用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0000" y="1152000"/>
            <a:ext cx="2160000" cy="18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000" y="1260000"/>
            <a:ext cx="216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Microsoft YaHei UI"/>
              </a:rPr>
              <a:t>带皮吃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8000" y="1620000"/>
            <a:ext cx="1944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苹果皮含大量多酚和纤维，清洗干净后建议连皮食用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0000" y="1152000"/>
            <a:ext cx="2160000" cy="18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0000" y="1260000"/>
            <a:ext cx="216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Microsoft YaHei UI"/>
              </a:rPr>
              <a:t>适量原则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8000" y="1620000"/>
            <a:ext cx="1944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每天 1-2 个中等大小苹果即可满足营养需求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240000"/>
            <a:ext cx="72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常见品种对比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00000" y="3600000"/>
          <a:ext cx="7200000" cy="13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</a:tblGrid>
              <a:tr h="4560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富士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脆甜多汁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高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直接食用、沙拉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45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青苹果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酸脆清爽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低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烘焙、榨汁、控糖人群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45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红蛇果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绵软香甜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中高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老人儿童、果泥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1260000"/>
            <a:ext cx="6480000" cy="79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YaHei UI"/>
              </a:rPr>
              <a:t>每天一个苹果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088000"/>
            <a:ext cx="6480000" cy="64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Microsoft YaHei UI"/>
              </a:rPr>
              <a:t>健康从饮食开始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0" y="2952000"/>
            <a:ext cx="1440000" cy="5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3240000"/>
            <a:ext cx="64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Microsoft YaHei UI"/>
              </a:rPr>
              <a:t>低热量 | 高纤维 | 富含抗氧化物 | 降低慢性病风险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3888000"/>
            <a:ext cx="64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Microsoft YaHei UI"/>
              </a:rPr>
              <a:t>An apple a day keeps the doctor 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