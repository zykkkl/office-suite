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4320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Microsoft YaHei UI"/>
              </a:rP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4320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Microsoft YaHei UI"/>
              </a:rP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